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192024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relatorio-semanal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029200" cy="0"/>
          </a:xfrm>
          <a:prstGeom prst="line">
            <a:avLst/>
          </a:prstGeom>
          <a:noFill/>
          <a:ln w="19050">
            <a:solidFill>
              <a:srgbClr val="3B9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ciclo semanal de relatórios de tráfego pago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comando. Pipeline completo.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Lima  ·  Stark Marketing  · 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95160" y="914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99516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2011680"/>
            <a:ext cx="1371600" cy="0"/>
          </a:xfrm>
          <a:prstGeom prst="line">
            <a:avLst/>
          </a:prstGeom>
          <a:noFill/>
          <a:ln w="12700">
            <a:solidFill>
              <a:srgbClr val="2A52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99516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automatizadas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3246120"/>
            <a:ext cx="1371600" cy="0"/>
          </a:xfrm>
          <a:prstGeom prst="line">
            <a:avLst/>
          </a:prstGeom>
          <a:noFill/>
          <a:ln w="12700">
            <a:solidFill>
              <a:srgbClr val="2A52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~5h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95160" y="39502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 por semana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quase 5h por semana em trabalho 100%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Planilha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468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dado por dado no Sheets — 5 colunas × 4 clientes = 20 operações manuais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24688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Automação no Colab com bugs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188720"/>
            <a:ext cx="27432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Texto do Relatório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290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743200"/>
            <a:ext cx="2468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8163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narrativa do zero para cada cliente toda semana, sem padrão garantido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3493008"/>
            <a:ext cx="24688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Qualidade variava com o cansaço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18872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188720"/>
            <a:ext cx="27432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no Reportei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400800" y="2423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743200"/>
            <a:ext cx="24688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8163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Reportei e criar o marco na Linha do Tempo para cada cliente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493008"/>
            <a:ext cx="246888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Esquecida com frequência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320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4 clientes → ~5h/semana em trabalho operacional puro. Toda semana, sem exceção.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9 AGENTES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54864" cy="1170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86968"/>
            <a:ext cx="960120" cy="2011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86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1338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relatorio-chief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 fluxo completo do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77240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886968"/>
            <a:ext cx="9601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886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3280" y="11338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Reportei → Google Sheets (5 colunas)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77724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777240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886968"/>
            <a:ext cx="96012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886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09360" y="11338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4904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dados (4 checks) e texto (8 checks)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0299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02996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139696"/>
            <a:ext cx="9601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2386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narrativa HTML com análise histórica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0299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02996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139696"/>
            <a:ext cx="9601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83280" y="2386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83280" y="2743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na Timeline do Reportei via MCP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0299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029968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139696"/>
            <a:ext cx="9601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09360" y="2386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whatsapp-writer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WhatsApp pronta para enviar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282696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282696"/>
            <a:ext cx="54864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392424"/>
            <a:ext cx="96012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924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contexto-cliente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39959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aprendizados do cliente no Drive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46120" y="3282696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46120" y="3282696"/>
            <a:ext cx="54864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3392424"/>
            <a:ext cx="9601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3924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38328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monitor-diario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383280" y="39959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CPL por threshold — carteira completa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72200" y="3282696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3282696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3392424"/>
            <a:ext cx="96012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3924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309360" y="3639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monitor-tarefas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309360" y="39959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tarefas concluídas no ClickUp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544568"/>
            <a:ext cx="9144000" cy="5989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544568"/>
            <a:ext cx="841248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orquestrador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 executores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 validador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 memória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 painel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comando. Resultado completo.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94360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Rodar pipeline para [CLIENTE]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28800"/>
            <a:ext cx="54864" cy="530352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65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relatorio-chief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112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config e calcula período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20939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1740" y="18288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1740" y="1828800"/>
            <a:ext cx="54864" cy="530352"/>
          </a:xfrm>
          <a:prstGeom prst="rect">
            <a:avLst/>
          </a:prstGeom>
          <a:solidFill>
            <a:srgbClr val="60C0E0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1468" y="1865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1468" y="2112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Reportei → Google Sheets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11980" y="20939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8288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828800"/>
            <a:ext cx="54864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865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2112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checks nos dados coletados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20939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2260" y="18288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2260" y="1828800"/>
            <a:ext cx="54864" cy="530352"/>
          </a:xfrm>
          <a:prstGeom prst="rect">
            <a:avLst/>
          </a:prstGeom>
          <a:solidFill>
            <a:srgbClr val="60C0E0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1988" y="18653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61988" y="2112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narrativa HTML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7432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743200"/>
            <a:ext cx="54864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" y="3026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 no texto gerado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31720" y="30083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91740" y="27432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91740" y="2743200"/>
            <a:ext cx="54864" cy="530352"/>
          </a:xfrm>
          <a:prstGeom prst="rect">
            <a:avLst/>
          </a:prstGeom>
          <a:solidFill>
            <a:srgbClr val="60C0E0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1468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1468" y="3026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na Timeline do Reportei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11980" y="30083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7432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743200"/>
            <a:ext cx="54864" cy="530352"/>
          </a:xfrm>
          <a:prstGeom prst="rect">
            <a:avLst/>
          </a:prstGeom>
          <a:solidFill>
            <a:srgbClr val="60C0E0"/>
          </a:solidFill>
          <a:ln w="12700">
            <a:solidFill>
              <a:srgbClr val="60C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whatsapp-writer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81728" y="3026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pronta para o cliente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3008376"/>
            <a:ext cx="160020" cy="0"/>
          </a:xfrm>
          <a:prstGeom prst="line">
            <a:avLst/>
          </a:prstGeom>
          <a:noFill/>
          <a:ln w="19050">
            <a:solidFill>
              <a:srgbClr val="2A529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2260" y="2743200"/>
            <a:ext cx="192024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52260" y="2743200"/>
            <a:ext cx="54864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1988" y="2779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contexto-cliente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1988" y="30266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aprendizados no Drive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23957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0A1628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822192"/>
            <a:ext cx="3749040" cy="1097280"/>
          </a:xfrm>
          <a:prstGeom prst="rect">
            <a:avLst/>
          </a:prstGeom>
          <a:solidFill>
            <a:srgbClr val="1B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858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(manual)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min por cliente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429768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937760" y="3822192"/>
            <a:ext cx="3749040" cy="1097280"/>
          </a:xfrm>
          <a:prstGeom prst="rect">
            <a:avLst/>
          </a:prstGeom>
          <a:solidFill>
            <a:srgbClr val="001B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3858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(squad)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7492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por cliente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SQUAD LIBERA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1709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023360" cy="6400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41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min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 · por semana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023360" cy="1709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023360" cy="6400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41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~5h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93776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clientes · por semana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023360" cy="1709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34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clientes · por mês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97480"/>
            <a:ext cx="4023360" cy="1709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9748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834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937760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depender do humor do dia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320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enquanto você dorme. Escala sem você. Executa igual toda semana.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só transfere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entende.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Anderson Silva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813816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descrevi. Automatizei. Funciona.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4251960"/>
            <a:ext cx="32004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squad relatorio-semanal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Lima · Stark Marketing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Squad relatorio-semanal</dc:title>
  <dc:subject>PptxGenJS Presentation</dc:subject>
  <dc:creator>Vinicius Lima</dc:creator>
  <cp:lastModifiedBy>Vinicius Lima</cp:lastModifiedBy>
  <cp:revision>1</cp:revision>
  <dcterms:created xsi:type="dcterms:W3CDTF">2026-05-21T13:23:52Z</dcterms:created>
  <dcterms:modified xsi:type="dcterms:W3CDTF">2026-05-21T13:23:52Z</dcterms:modified>
</cp:coreProperties>
</file>